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26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64DAF-0B8D-40F1-9932-D59D649AE431}" type="datetimeFigureOut">
              <a:rPr lang="fr-FR" smtClean="0"/>
              <a:t>30/03/2021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5171-9AC0-4186-8ABC-8E1877291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6279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64DAF-0B8D-40F1-9932-D59D649AE431}" type="datetimeFigureOut">
              <a:rPr lang="fr-FR" smtClean="0"/>
              <a:t>30/03/2021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5171-9AC0-4186-8ABC-8E1877291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2398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64DAF-0B8D-40F1-9932-D59D649AE431}" type="datetimeFigureOut">
              <a:rPr lang="fr-FR" smtClean="0"/>
              <a:t>30/03/2021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5171-9AC0-4186-8ABC-8E1877291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627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64DAF-0B8D-40F1-9932-D59D649AE431}" type="datetimeFigureOut">
              <a:rPr lang="fr-FR" smtClean="0"/>
              <a:t>30/03/2021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5171-9AC0-4186-8ABC-8E1877291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1057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64DAF-0B8D-40F1-9932-D59D649AE431}" type="datetimeFigureOut">
              <a:rPr lang="fr-FR" smtClean="0"/>
              <a:t>30/03/2021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5171-9AC0-4186-8ABC-8E1877291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8916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64DAF-0B8D-40F1-9932-D59D649AE431}" type="datetimeFigureOut">
              <a:rPr lang="fr-FR" smtClean="0"/>
              <a:t>30/03/2021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5171-9AC0-4186-8ABC-8E1877291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1961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64DAF-0B8D-40F1-9932-D59D649AE431}" type="datetimeFigureOut">
              <a:rPr lang="fr-FR" smtClean="0"/>
              <a:t>30/03/2021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5171-9AC0-4186-8ABC-8E1877291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020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64DAF-0B8D-40F1-9932-D59D649AE431}" type="datetimeFigureOut">
              <a:rPr lang="fr-FR" smtClean="0"/>
              <a:t>30/03/2021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5171-9AC0-4186-8ABC-8E1877291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3799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64DAF-0B8D-40F1-9932-D59D649AE431}" type="datetimeFigureOut">
              <a:rPr lang="fr-FR" smtClean="0"/>
              <a:t>30/03/2021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5171-9AC0-4186-8ABC-8E1877291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8890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64DAF-0B8D-40F1-9932-D59D649AE431}" type="datetimeFigureOut">
              <a:rPr lang="fr-FR" smtClean="0"/>
              <a:t>30/03/2021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5171-9AC0-4186-8ABC-8E1877291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186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64DAF-0B8D-40F1-9932-D59D649AE431}" type="datetimeFigureOut">
              <a:rPr lang="fr-FR" smtClean="0"/>
              <a:t>30/03/2021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5171-9AC0-4186-8ABC-8E1877291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5654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64DAF-0B8D-40F1-9932-D59D649AE431}" type="datetimeFigureOut">
              <a:rPr lang="fr-FR" smtClean="0"/>
              <a:t>30/03/2021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645171-9AC0-4186-8ABC-8E1877291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6320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88640"/>
            <a:ext cx="8429957" cy="659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3347864" y="5805264"/>
            <a:ext cx="3039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Entreprise Portuaire de </a:t>
            </a:r>
            <a:r>
              <a:rPr lang="fr-FR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Béjaia</a:t>
            </a:r>
            <a:endParaRPr lang="fr-F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6154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836712"/>
            <a:ext cx="7236296" cy="4563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Accolade ouvrante 1"/>
          <p:cNvSpPr/>
          <p:nvPr/>
        </p:nvSpPr>
        <p:spPr>
          <a:xfrm rot="16200000">
            <a:off x="6090707" y="4346977"/>
            <a:ext cx="652743" cy="313727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4572000" y="2963205"/>
            <a:ext cx="3528392" cy="2558617"/>
          </a:xfrm>
          <a:prstGeom prst="rect">
            <a:avLst/>
          </a:prstGeom>
          <a:solidFill>
            <a:srgbClr val="4F81BD">
              <a:alpha val="902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5148064" y="6309320"/>
            <a:ext cx="2728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Directions Opérationnelles</a:t>
            </a:r>
            <a:endParaRPr lang="fr-FR" b="1" dirty="0"/>
          </a:p>
        </p:txBody>
      </p:sp>
      <p:sp>
        <p:nvSpPr>
          <p:cNvPr id="7" name="Rectangle 6"/>
          <p:cNvSpPr/>
          <p:nvPr/>
        </p:nvSpPr>
        <p:spPr>
          <a:xfrm>
            <a:off x="971600" y="2963495"/>
            <a:ext cx="3528392" cy="2558617"/>
          </a:xfrm>
          <a:prstGeom prst="rect">
            <a:avLst/>
          </a:prstGeom>
          <a:solidFill>
            <a:srgbClr val="4F81BD">
              <a:alpha val="902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ccolade ouvrante 7"/>
          <p:cNvSpPr/>
          <p:nvPr/>
        </p:nvSpPr>
        <p:spPr>
          <a:xfrm rot="16200000">
            <a:off x="2409426" y="4313686"/>
            <a:ext cx="652743" cy="313727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1475656" y="6261599"/>
            <a:ext cx="2591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Directions Fonctionnelles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2751918" y="467380"/>
            <a:ext cx="2827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Organigramme Général EPB</a:t>
            </a:r>
          </a:p>
        </p:txBody>
      </p:sp>
    </p:spTree>
    <p:extLst>
      <p:ext uri="{BB962C8B-B14F-4D97-AF65-F5344CB8AC3E}">
        <p14:creationId xmlns:p14="http://schemas.microsoft.com/office/powerpoint/2010/main" val="112018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52" y="1695156"/>
            <a:ext cx="1555682" cy="250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3933056"/>
            <a:ext cx="1944216" cy="2539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908720"/>
            <a:ext cx="254317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873" y="-858019"/>
            <a:ext cx="3714750" cy="479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ZoneTexte 5"/>
          <p:cNvSpPr txBox="1"/>
          <p:nvPr/>
        </p:nvSpPr>
        <p:spPr>
          <a:xfrm>
            <a:off x="179512" y="188640"/>
            <a:ext cx="3012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Directions Opérationnelles &gt;&gt;</a:t>
            </a:r>
            <a:endParaRPr lang="fr-FR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3059832" y="188640"/>
            <a:ext cx="2268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Direction Capitainerie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1772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54" y="764704"/>
            <a:ext cx="2800350" cy="353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356" y="4437112"/>
            <a:ext cx="1990725" cy="135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116632"/>
            <a:ext cx="3876675" cy="516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V="1">
            <a:off x="4348286" y="5517232"/>
            <a:ext cx="4256162" cy="1220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0"/>
            <a:ext cx="1728192" cy="136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ZoneTexte 6"/>
          <p:cNvSpPr txBox="1"/>
          <p:nvPr/>
        </p:nvSpPr>
        <p:spPr>
          <a:xfrm>
            <a:off x="179512" y="188640"/>
            <a:ext cx="3012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Directions Opérationnelles &gt;&gt;</a:t>
            </a:r>
            <a:endParaRPr lang="fr-FR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3059832" y="188640"/>
            <a:ext cx="2327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Direction Remorquage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640907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80" y="260648"/>
            <a:ext cx="1750496" cy="2133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11" y="2708920"/>
            <a:ext cx="1886294" cy="205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497" y="836712"/>
            <a:ext cx="1662923" cy="2045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114387"/>
            <a:ext cx="2160240" cy="281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91" y="3933056"/>
            <a:ext cx="1831652" cy="2157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ZoneTexte 6"/>
          <p:cNvSpPr txBox="1"/>
          <p:nvPr/>
        </p:nvSpPr>
        <p:spPr>
          <a:xfrm>
            <a:off x="179512" y="188640"/>
            <a:ext cx="3012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Directions Opérationnelles &gt;&gt;</a:t>
            </a:r>
            <a:endParaRPr lang="fr-FR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3059832" y="188640"/>
            <a:ext cx="2710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Manutention et Acconage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672435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27</Words>
  <Application>Microsoft Office PowerPoint</Application>
  <PresentationFormat>Affichage à l'écran (4:3)</PresentationFormat>
  <Paragraphs>10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8" baseType="lpstr">
      <vt:lpstr>Arial</vt:lpstr>
      <vt:lpstr>Calibri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ACER</dc:creator>
  <cp:lastModifiedBy>BELAL BEDAOUCHE</cp:lastModifiedBy>
  <cp:revision>7</cp:revision>
  <dcterms:created xsi:type="dcterms:W3CDTF">2021-03-01T10:01:02Z</dcterms:created>
  <dcterms:modified xsi:type="dcterms:W3CDTF">2021-03-30T08:24:50Z</dcterms:modified>
</cp:coreProperties>
</file>